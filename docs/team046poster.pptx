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7432000" cy="365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0" cy="2926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596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Ignition Insights: Explaining and Forecasting Urban Fire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2596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FFFFF"/>
                </a:solidFill>
              </a:defRPr>
            </a:pPr>
            <a:r>
              <a:t>Team 46:  Vishruth Anand  |  Vineeth Nareddy  |  Rian Rahman  |  James Reilly  |  Jayanth Vennamreddy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2596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CCCC"/>
                </a:solidFill>
              </a:defRPr>
            </a:pPr>
            <a:r>
              <a:t>Georgia Institute of Technology  —  CSE 6242 Data and Visual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Introduction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4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2618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44444"/>
                </a:solidFill>
              </a:defRPr>
            </a:pPr>
            <a:r>
              <a:t>•  Fire departments make staffing and readiness decisions under uncertainty, yet fire incidents are not uniformly distributed across a city.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Existing tools show what happened but not where risk is concentrated, how it changes over time, or why a model flags a particular area.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We built an end-to-end system that forecasts short-horizon fire risk across a 1 km grid of Atlanta and explains each prediction.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The goal is relative risk ranking and explanation, not perfect prediction of individual fires (0.5% positive rate).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76656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722376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7315200"/>
            <a:ext cx="1261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44444"/>
                </a:solidFill>
              </a:defRPr>
            </a:pPr>
            <a:r>
              <a:t>•  Incidents: 1,473 geocoded fire incidents from 2024 NFIRS PDR Light (FEMA ArcGIS FeatureServer), filtered to Atlanta, fire codes 100–199.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Weather: Open-Meteo daily archive for Atlanta — temperature, humidity, precipitation, wind speed. One row per day, merged citywide.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Grid: 1,176 cells at 1,000 m resolution over the Atlanta metro extent. 364 cells have at least one fire incident in the study period.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Model table: 132,860 cell-day rows with 18 features including weather, calendar, lags (1/3/7 day), and rolling sums (7/14 day).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05840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051560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0607040"/>
            <a:ext cx="12618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44444"/>
                </a:solidFill>
              </a:defRPr>
            </a:pPr>
            <a:r>
              <a:t>•  Preprocessing: infer columns, standardize timestamps, project to UTM, assign grid cells, build full (cell × date) panel with lagged features.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Hotspot baseline: 2D Gaussian KDE over training cell centroids weighted by incident count. Captures static spatial density.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ARIMA baseline: per-cell time-series model for up to 50 most active cells (min 5 nonzero days). Grid search over (p,d,q) by AIC.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Random Forest: 300 trees, max depth 15, balanced class weights. Uses all 14 features including encoded grid_id for cell-level effects.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Temporal split: first 80% of dates for training (Jan–Oct), last 20% for testing (Oct 19–Dec 30). No row shuffling.</a:t>
            </a:r>
          </a:p>
        </p:txBody>
      </p:sp>
      <p:pic>
        <p:nvPicPr>
          <p:cNvPr id="15" name="Picture 14" descr="risk_map_aggre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721840"/>
            <a:ext cx="9601200" cy="101277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24871680"/>
            <a:ext cx="1261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</a:defRPr>
            </a:pPr>
            <a:r>
              <a:t>Figure 1: Aggregate RF risk heatmap across all test dates (Atlanta 1 km grid)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569464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Interactive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15184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6243280"/>
            <a:ext cx="1261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44444"/>
                </a:solidFill>
              </a:defRPr>
            </a:pPr>
            <a:r>
              <a:t>•  Leaflet basemap + D3 analytical views in a single-page web app.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Metric dropdown: RF probability, hotspot, ARIMA, incident count, target.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Date slider with play/pause animates through 73 test dates; all views update together.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Click a cell to see: score histogram, probability time series, feature snapshot, and SHAP explanation with driver bar chart.</a:t>
            </a:r>
          </a:p>
        </p:txBody>
      </p:sp>
      <p:pic>
        <p:nvPicPr>
          <p:cNvPr id="20" name="Picture 19" descr="app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8895040"/>
            <a:ext cx="11704320" cy="752420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35661600"/>
            <a:ext cx="1261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</a:defRPr>
            </a:pPr>
            <a:r>
              <a:t>Figure 2: Dashboard with choropleth map, time slider, histogram, and SHAP explanation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0" y="329184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173200" y="374904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0" y="3840480"/>
            <a:ext cx="12618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44444"/>
                </a:solidFill>
              </a:defRPr>
            </a:pPr>
            <a:r>
              <a:t>•  Test set: 26,572 cell-date observations, 138 positive (0.52%). Extreme imbalance makes accuracy misleading (all models &gt; 98%).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Random Forest achieves the best ranking: ROC-AUC 0.65, PR-AUC 0.014 (≈3× better than random at this positive rate).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Hotspot baseline captures some positives (recall 7.25%) but has low precision (2.74%). ARIMA improves ranking slightly (ROC-AUC 0.59).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RF threshold yields 0 true positives, but the probability surface is more informative — we use it as a continuous risk map, not an alarm.</a:t>
            </a:r>
          </a:p>
        </p:txBody>
      </p:sp>
      <p:pic>
        <p:nvPicPr>
          <p:cNvPr id="25" name="Picture 24" descr="metrics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0" y="7680960"/>
            <a:ext cx="11704320" cy="64373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173200" y="14264640"/>
            <a:ext cx="1261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</a:defRPr>
            </a:pPr>
            <a:r>
              <a:t>Figure 3: Model comparison — key evaluation metrics</a:t>
            </a:r>
          </a:p>
        </p:txBody>
      </p:sp>
      <p:pic>
        <p:nvPicPr>
          <p:cNvPr id="27" name="Picture 26" descr="ro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4800" y="14996160"/>
            <a:ext cx="9601200" cy="8229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4173200" y="23225760"/>
            <a:ext cx="1261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</a:defRPr>
            </a:pPr>
            <a:r>
              <a:t>Figure 4: ROC curves for all three baseline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0" y="2386584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Interpretability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0" y="2432304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0" y="24414480"/>
            <a:ext cx="12618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44444"/>
                </a:solidFill>
              </a:defRPr>
            </a:pPr>
            <a:r>
              <a:t>•  SHAP TreeExplainer on the RF model generates per-feature contributions for each cell-date prediction.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Top drivers for high-risk cells: rolling_sum_14, rolling_sum_7 (recent local activity), followed by month, wind, and grid location.</a:t>
            </a:r>
          </a:p>
          <a:p>
            <a:pPr>
              <a:spcBef>
                <a:spcPts val="800"/>
              </a:spcBef>
              <a:defRPr sz="2000" b="0">
                <a:solidFill>
                  <a:srgbClr val="444444"/>
                </a:solidFill>
              </a:defRPr>
            </a:pPr>
            <a:r>
              <a:t>•  Narrative explanations are generated and displayed in the dashboard for every high-probability cell-date.</a:t>
            </a:r>
          </a:p>
        </p:txBody>
      </p:sp>
      <p:pic>
        <p:nvPicPr>
          <p:cNvPr id="32" name="Picture 31" descr="shap_b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2000" y="26609040"/>
            <a:ext cx="8686800" cy="770366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173200" y="33832800"/>
            <a:ext cx="1261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44444"/>
                </a:solidFill>
              </a:defRPr>
            </a:pPr>
            <a:r>
              <a:t>Figure 5: SHAP feature importance (mean |SHAP value|)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0" y="34564320"/>
            <a:ext cx="1261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0392B"/>
                </a:solidFill>
              </a:defRPr>
            </a:pPr>
            <a:r>
              <a:t>Conclusions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173200" y="35021520"/>
            <a:ext cx="126187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173200" y="35112960"/>
            <a:ext cx="12618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•  At 0.5% positive rate, binary metrics are insufficient — ranked risk surfaces are more useful than yes/no alarms.</a:t>
            </a:r>
          </a:p>
          <a:p>
            <a:pPr>
              <a:spcBef>
                <a:spcPts val="800"/>
              </a:spcBef>
              <a:defRPr sz="1900" b="0">
                <a:solidFill>
                  <a:srgbClr val="444444"/>
                </a:solidFill>
              </a:defRPr>
            </a:pPr>
            <a:r>
              <a:t>•  Linked views (map + timeline + histogram + explanation) make model outputs easier to understand and critique than static heatmaps.</a:t>
            </a:r>
          </a:p>
          <a:p>
            <a:pPr>
              <a:spcBef>
                <a:spcPts val="800"/>
              </a:spcBef>
              <a:defRPr sz="1900" b="0">
                <a:solidFill>
                  <a:srgbClr val="444444"/>
                </a:solidFill>
              </a:defRPr>
            </a:pPr>
            <a:r>
              <a:t>•  Future work: add census/land-use features, improve threshold calibration, try gradient boosting, conduct a formal user study.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0" y="36210240"/>
            <a:ext cx="1261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0392B"/>
                </a:solidFill>
              </a:defRPr>
            </a:pPr>
            <a:r>
              <a:t>References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0" y="36576000"/>
            <a:ext cx="1261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</a:defRPr>
            </a:pPr>
            <a:r>
              <a:t>[1] Wang et al., CityGuard, ACM IMWUT 2019.  [2] Coffield et al., Fire size prediction, IJWF 2019.  [3] Lattimer et al., ML in fire simulation, FSJ 2020.  [4] Asgary et al., Toronto fire clustering, 2010.  [5] Yuan &amp; Wylie, ARIMA vs RF for Austin fires, 2024.  [6] Madaio et al., Firebird Atlanta, 2016.  [7] Jin et al., Deep sequence fire forecasting, ASC 2020.  [8] Ahn et al., Stacking ensemble fire risk, Fire 2024.  [9] Zhang et al., Firefighter demand prediction, FSJ 2024.  [10] Ku et al., GIS fire drivers, 2024.  [11] Cui et al., Ensemble fire risk, IJDRR 2024.  [12] Liao et al., Residential fire factors, 2024.  [13] Kang et al., GIS+ML fire risk, Sustainability 2018.  [14] Xiao et al., Spatial fire hazard, AAP 2018.  [15] Jennings, Socioeconomic fire risk, FSJ 2013.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